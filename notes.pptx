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AB21E9-24C8-435C-9564-954ECB7C4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C68E179-7378-43CF-8A4C-E5B4E1FBF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AFAD0B-995E-4B2C-AA19-EF059586F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7509-DA18-4E03-BB8C-1A965936E8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585F3F-AD3A-4F27-8540-6A1BDE59E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318179-A765-4E58-A436-C4AC325B1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E6374-129A-4C59-90E1-D7A6B8F5A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930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E6E31E-F99F-4161-BAF6-54B64F245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82DD0A-E03B-44EC-AA3F-A378B5664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926ADC-20C8-49BF-8375-DF2E342E0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7509-DA18-4E03-BB8C-1A965936E8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0EE652-2A12-4213-9F20-9C4010425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4944D7-3DEB-43C4-AC79-4B8951385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E6374-129A-4C59-90E1-D7A6B8F5A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0574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1B1218-D8D7-43F9-B3E5-CFF4B3F24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7662BB-32E5-4A8F-A084-25B7AB24F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E2CD84-E61E-4FF2-82DC-04C60E9B4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7509-DA18-4E03-BB8C-1A965936E8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9C6531-CE84-4125-A1A6-8B27F24F1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919BE4-B568-4223-939D-31596B0B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E6374-129A-4C59-90E1-D7A6B8F5A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7877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65D24B-0C07-461F-B369-404F481FD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32F213-D642-4DD8-952F-9CDB14BD61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D088C1-5791-4DE6-9DE8-C39E9FD38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03BE1C-518D-46FB-BFE2-75A879FB8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7509-DA18-4E03-BB8C-1A965936E8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9FBCF57-E7E2-4C52-9C6E-3FBCE7EC4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4AECDDB-4E6C-4821-BFB6-2010A6E1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E6374-129A-4C59-90E1-D7A6B8F5A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6063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59ABD6-D6E1-44A7-9644-F9C3B8388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E18EB0-1DFA-4687-8F1E-3598F05FD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FA224F-2BC1-46F6-AADA-970AF594A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32721C8-C80C-4779-9C4D-0EEC1D0E90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7F7D009-744E-4AAE-BFFC-B29D4553CF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D6087BB-3DC3-49EA-9803-EC113978A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7509-DA18-4E03-BB8C-1A965936E8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9A50831-5657-41FD-A010-B4ABBFE5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A98F4C4-EE31-4FA6-8610-C5C89C1A7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E6374-129A-4C59-90E1-D7A6B8F5A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034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3A7637-0E78-4280-B969-56EE65563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0F5DDE6-D1FD-402B-B704-498CA90BF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7509-DA18-4E03-BB8C-1A965936E8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0440DBE-3223-4437-B79A-1B6F5EA26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BBBFCC9-C207-49D4-9618-41835B6E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E6374-129A-4C59-90E1-D7A6B8F5A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987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72F7F95-1CF1-497E-A744-997A0A38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7509-DA18-4E03-BB8C-1A965936E8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0762EF1-21CA-4E0A-A0D5-D99EFC530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889D97-04DA-48B1-902D-5C975D247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E6374-129A-4C59-90E1-D7A6B8F5A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5057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1B1E89-2A44-469C-A07E-90D98799E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05D578-9A1A-4DCA-9BA9-08E38FEF7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FC7B20A-99AC-49AD-95A2-DC967789D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5B56934-DD9D-42BC-A8E8-928BE0257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7509-DA18-4E03-BB8C-1A965936E8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F8C889-79A6-436B-9F5A-7B51EAECF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B2438C9-069E-4505-9765-D69712FF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E6374-129A-4C59-90E1-D7A6B8F5A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158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867949-576E-4F3F-944C-83AE6BFF3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E39B200-C29F-4333-8F71-4DA7736AE0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D6E5D94-6B44-4918-9991-FC31B8764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C520CF-1004-4BF6-87C5-FB07222AB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7509-DA18-4E03-BB8C-1A965936E8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119506-7FB7-4E1F-9824-6E7F6167C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2FD0D07-A59B-4DBD-9949-05D1F2679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E6374-129A-4C59-90E1-D7A6B8F5A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0518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3B5DC4-5DAE-4610-A5B9-61579791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BD6253B-A220-44A1-9525-D9458E134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548758-45CC-4C5A-9B3D-22750CCD3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7509-DA18-4E03-BB8C-1A965936E8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B3AF4E-45A7-48AA-A2BE-48C8F9220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639332-450B-425D-8323-75329C223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E6374-129A-4C59-90E1-D7A6B8F5A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069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929DEB4-F3E3-4BE1-AF22-7DD96DBEE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E1A82EB-B08E-4B8E-824B-A3D162FAF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4A459D-5ED4-4F67-AFE6-47EE1B5C9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7509-DA18-4E03-BB8C-1A965936E8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637D4C-56A7-4B74-BB2D-D9D70EA87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31F819-B8F4-4ED2-B23A-4638442C9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E6374-129A-4C59-90E1-D7A6B8F5A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5270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17E0756-81DC-475E-91F2-13D400606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DEF062-DE6F-4D6B-8286-3A3F5A3EC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53C46B-4734-4021-BFA8-1BBCB6A61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27509-DA18-4E03-BB8C-1A965936E8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42168E-826D-4122-A2FD-94D2728B43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09FF59-4085-4FFA-B0E9-550F6C02F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E6374-129A-4C59-90E1-D7A6B8F5A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959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4DE09-123B-4F77-BAD4-08039A4346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Notes </a:t>
            </a:r>
            <a:r>
              <a:rPr lang="fr-FR" dirty="0" err="1"/>
              <a:t>React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16A7008-20E9-482C-980F-09AC192C34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8079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489E61-DCFF-414D-920D-360BDC732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Histoire JS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7B0ABF40-1931-4A4F-9AC4-72CEB9866B66}"/>
              </a:ext>
            </a:extLst>
          </p:cNvPr>
          <p:cNvCxnSpPr/>
          <p:nvPr/>
        </p:nvCxnSpPr>
        <p:spPr>
          <a:xfrm>
            <a:off x="297180" y="2034540"/>
            <a:ext cx="1146429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2781433-A96C-4B54-B1B5-DA65FB8313BF}"/>
              </a:ext>
            </a:extLst>
          </p:cNvPr>
          <p:cNvCxnSpPr/>
          <p:nvPr/>
        </p:nvCxnSpPr>
        <p:spPr>
          <a:xfrm>
            <a:off x="582930" y="1805940"/>
            <a:ext cx="0" cy="49149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F3ACE7DB-BB02-477F-93CF-85425FF82977}"/>
              </a:ext>
            </a:extLst>
          </p:cNvPr>
          <p:cNvSpPr txBox="1"/>
          <p:nvPr/>
        </p:nvSpPr>
        <p:spPr>
          <a:xfrm>
            <a:off x="35472" y="2297430"/>
            <a:ext cx="1094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1995</a:t>
            </a:r>
          </a:p>
          <a:p>
            <a:r>
              <a:rPr lang="fr-FR" dirty="0"/>
              <a:t>Netscape</a:t>
            </a:r>
          </a:p>
          <a:p>
            <a:r>
              <a:rPr lang="fr-FR" dirty="0"/>
              <a:t>Javascript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81A302F9-81B7-4797-8879-5BAD5CD1F6A9}"/>
              </a:ext>
            </a:extLst>
          </p:cNvPr>
          <p:cNvCxnSpPr/>
          <p:nvPr/>
        </p:nvCxnSpPr>
        <p:spPr>
          <a:xfrm>
            <a:off x="1668780" y="1805940"/>
            <a:ext cx="0" cy="49149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7954EDA4-095D-44EA-9179-2B8CB8BC71EA}"/>
              </a:ext>
            </a:extLst>
          </p:cNvPr>
          <p:cNvSpPr txBox="1"/>
          <p:nvPr/>
        </p:nvSpPr>
        <p:spPr>
          <a:xfrm>
            <a:off x="1130387" y="2297430"/>
            <a:ext cx="1282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1997</a:t>
            </a:r>
          </a:p>
          <a:p>
            <a:r>
              <a:rPr lang="fr-FR" dirty="0" err="1"/>
              <a:t>ECMAScript</a:t>
            </a:r>
            <a:endParaRPr lang="fr-FR" dirty="0"/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5746EEA0-0113-4A69-BB8E-60013AA0BD91}"/>
              </a:ext>
            </a:extLst>
          </p:cNvPr>
          <p:cNvCxnSpPr/>
          <p:nvPr/>
        </p:nvCxnSpPr>
        <p:spPr>
          <a:xfrm>
            <a:off x="2251710" y="1805940"/>
            <a:ext cx="0" cy="41148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E5021416-3FB2-4939-A92F-50F18FA266CE}"/>
              </a:ext>
            </a:extLst>
          </p:cNvPr>
          <p:cNvSpPr txBox="1"/>
          <p:nvPr/>
        </p:nvSpPr>
        <p:spPr>
          <a:xfrm>
            <a:off x="1925338" y="1205775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1998</a:t>
            </a:r>
          </a:p>
          <a:p>
            <a:r>
              <a:rPr lang="fr-FR" dirty="0"/>
              <a:t>ES2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D42E084-9277-44B0-A7C2-F02AA10DB87C}"/>
              </a:ext>
            </a:extLst>
          </p:cNvPr>
          <p:cNvCxnSpPr/>
          <p:nvPr/>
        </p:nvCxnSpPr>
        <p:spPr>
          <a:xfrm>
            <a:off x="2937510" y="1852106"/>
            <a:ext cx="0" cy="44532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91568E4B-2290-4CE6-88B6-05E25D71627F}"/>
              </a:ext>
            </a:extLst>
          </p:cNvPr>
          <p:cNvSpPr txBox="1"/>
          <p:nvPr/>
        </p:nvSpPr>
        <p:spPr>
          <a:xfrm>
            <a:off x="2611138" y="2318116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1999</a:t>
            </a:r>
          </a:p>
          <a:p>
            <a:r>
              <a:rPr lang="fr-FR" dirty="0"/>
              <a:t>ES3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D807FBB3-EC68-4B9A-9107-2BF9E0E01C17}"/>
              </a:ext>
            </a:extLst>
          </p:cNvPr>
          <p:cNvCxnSpPr/>
          <p:nvPr/>
        </p:nvCxnSpPr>
        <p:spPr>
          <a:xfrm>
            <a:off x="6469380" y="1805940"/>
            <a:ext cx="0" cy="49149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D5361F06-C539-46B0-A82A-CB771BCB157C}"/>
              </a:ext>
            </a:extLst>
          </p:cNvPr>
          <p:cNvSpPr txBox="1"/>
          <p:nvPr/>
        </p:nvSpPr>
        <p:spPr>
          <a:xfrm>
            <a:off x="6143008" y="2297430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2009</a:t>
            </a:r>
          </a:p>
          <a:p>
            <a:r>
              <a:rPr lang="fr-FR" dirty="0"/>
              <a:t>ES5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527B2DC0-B3C9-4D0D-AEFD-969B2BBF0212}"/>
              </a:ext>
            </a:extLst>
          </p:cNvPr>
          <p:cNvCxnSpPr/>
          <p:nvPr/>
        </p:nvCxnSpPr>
        <p:spPr>
          <a:xfrm>
            <a:off x="8663940" y="1805940"/>
            <a:ext cx="0" cy="49149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7AF13323-9B50-4E03-A7EF-7DD09AA1E964}"/>
              </a:ext>
            </a:extLst>
          </p:cNvPr>
          <p:cNvSpPr txBox="1"/>
          <p:nvPr/>
        </p:nvSpPr>
        <p:spPr>
          <a:xfrm>
            <a:off x="8343958" y="2319068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2015</a:t>
            </a:r>
          </a:p>
          <a:p>
            <a:r>
              <a:rPr lang="fr-FR" dirty="0"/>
              <a:t>ES6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2F4B9C17-A651-45D9-851A-22889D72652B}"/>
              </a:ext>
            </a:extLst>
          </p:cNvPr>
          <p:cNvCxnSpPr/>
          <p:nvPr/>
        </p:nvCxnSpPr>
        <p:spPr>
          <a:xfrm>
            <a:off x="6143008" y="1360170"/>
            <a:ext cx="0" cy="19431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A01D22BA-ADEE-4B9E-AC5D-CA1EBDEB68CA}"/>
              </a:ext>
            </a:extLst>
          </p:cNvPr>
          <p:cNvSpPr txBox="1"/>
          <p:nvPr/>
        </p:nvSpPr>
        <p:spPr>
          <a:xfrm>
            <a:off x="5829300" y="3280410"/>
            <a:ext cx="872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2009</a:t>
            </a:r>
          </a:p>
          <a:p>
            <a:r>
              <a:rPr lang="fr-FR" dirty="0" err="1"/>
              <a:t>NodeJS</a:t>
            </a:r>
            <a:endParaRPr lang="fr-FR" dirty="0"/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BE7F523F-96D4-4C13-97DB-DED4359C1C6F}"/>
              </a:ext>
            </a:extLst>
          </p:cNvPr>
          <p:cNvCxnSpPr/>
          <p:nvPr/>
        </p:nvCxnSpPr>
        <p:spPr>
          <a:xfrm>
            <a:off x="4994910" y="1690688"/>
            <a:ext cx="0" cy="77819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BFEFD594-B87A-4B23-8C3E-6EA14A67255A}"/>
              </a:ext>
            </a:extLst>
          </p:cNvPr>
          <p:cNvSpPr txBox="1"/>
          <p:nvPr/>
        </p:nvSpPr>
        <p:spPr>
          <a:xfrm>
            <a:off x="4744632" y="2491740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2007</a:t>
            </a:r>
          </a:p>
          <a:p>
            <a:r>
              <a:rPr lang="fr-FR" dirty="0"/>
              <a:t>v8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9AF52EE7-35E2-42A1-984D-38B59819B587}"/>
              </a:ext>
            </a:extLst>
          </p:cNvPr>
          <p:cNvCxnSpPr/>
          <p:nvPr/>
        </p:nvCxnSpPr>
        <p:spPr>
          <a:xfrm>
            <a:off x="7349490" y="1690688"/>
            <a:ext cx="0" cy="80105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7A7B0402-BC05-4966-B1C8-EA2FEB33FBE8}"/>
              </a:ext>
            </a:extLst>
          </p:cNvPr>
          <p:cNvSpPr txBox="1"/>
          <p:nvPr/>
        </p:nvSpPr>
        <p:spPr>
          <a:xfrm>
            <a:off x="7015363" y="2674174"/>
            <a:ext cx="209121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2012</a:t>
            </a:r>
          </a:p>
          <a:p>
            <a:r>
              <a:rPr lang="fr-FR" dirty="0" err="1"/>
              <a:t>Typescript</a:t>
            </a:r>
            <a:endParaRPr lang="fr-FR" dirty="0"/>
          </a:p>
          <a:p>
            <a:endParaRPr lang="fr-FR" dirty="0"/>
          </a:p>
          <a:p>
            <a:r>
              <a:rPr lang="fr-FR" dirty="0"/>
              <a:t>import/export</a:t>
            </a:r>
          </a:p>
          <a:p>
            <a:r>
              <a:rPr lang="fr-FR" dirty="0"/>
              <a:t>class, super, </a:t>
            </a:r>
            <a:r>
              <a:rPr lang="fr-FR" dirty="0" err="1"/>
              <a:t>extends</a:t>
            </a:r>
            <a:endParaRPr lang="fr-FR" dirty="0"/>
          </a:p>
          <a:p>
            <a:r>
              <a:rPr lang="fr-FR" dirty="0" err="1"/>
              <a:t>const</a:t>
            </a:r>
            <a:r>
              <a:rPr lang="fr-FR" dirty="0"/>
              <a:t>/let</a:t>
            </a:r>
          </a:p>
          <a:p>
            <a:endParaRPr lang="fr-FR" dirty="0"/>
          </a:p>
          <a:p>
            <a:r>
              <a:rPr lang="fr-FR" dirty="0"/>
              <a:t>typage explicite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2443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DF2093-BE6E-4D07-BF7C-CEE949F2F5A5}"/>
              </a:ext>
            </a:extLst>
          </p:cNvPr>
          <p:cNvSpPr/>
          <p:nvPr/>
        </p:nvSpPr>
        <p:spPr>
          <a:xfrm>
            <a:off x="891540" y="2640330"/>
            <a:ext cx="1314450" cy="1897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client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CD5B0-16CC-404F-8A18-1FFBDB10DF0C}"/>
              </a:ext>
            </a:extLst>
          </p:cNvPr>
          <p:cNvSpPr/>
          <p:nvPr/>
        </p:nvSpPr>
        <p:spPr>
          <a:xfrm>
            <a:off x="5033010" y="895350"/>
            <a:ext cx="1314450" cy="1897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5173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EC0CF38B-6B2C-4601-8914-0608DA13B978}"/>
              </a:ext>
            </a:extLst>
          </p:cNvPr>
          <p:cNvCxnSpPr/>
          <p:nvPr/>
        </p:nvCxnSpPr>
        <p:spPr>
          <a:xfrm flipV="1">
            <a:off x="2205990" y="1725930"/>
            <a:ext cx="2827020" cy="123444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5CCCA16E-E3D1-4ACB-944B-C45CC6290CD3}"/>
              </a:ext>
            </a:extLst>
          </p:cNvPr>
          <p:cNvCxnSpPr/>
          <p:nvPr/>
        </p:nvCxnSpPr>
        <p:spPr>
          <a:xfrm flipH="1">
            <a:off x="2205990" y="2320290"/>
            <a:ext cx="2827020" cy="110871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0B41248-BACB-4125-81A4-C6993C32A9B5}"/>
              </a:ext>
            </a:extLst>
          </p:cNvPr>
          <p:cNvSpPr/>
          <p:nvPr/>
        </p:nvSpPr>
        <p:spPr>
          <a:xfrm>
            <a:off x="6094095" y="4202430"/>
            <a:ext cx="1314450" cy="1897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3000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0E81E624-B6D1-4BFB-A7D7-E70AC292256A}"/>
              </a:ext>
            </a:extLst>
          </p:cNvPr>
          <p:cNvCxnSpPr/>
          <p:nvPr/>
        </p:nvCxnSpPr>
        <p:spPr>
          <a:xfrm>
            <a:off x="2205990" y="3886200"/>
            <a:ext cx="3890010" cy="74295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41A6ABF0-D16F-4D90-9437-EF454B7E0DB6}"/>
              </a:ext>
            </a:extLst>
          </p:cNvPr>
          <p:cNvCxnSpPr/>
          <p:nvPr/>
        </p:nvCxnSpPr>
        <p:spPr>
          <a:xfrm flipH="1" flipV="1">
            <a:off x="2205990" y="4354830"/>
            <a:ext cx="3888105" cy="121158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F58EEDD-90D2-4C3F-8E2A-AD32BACDB8F2}"/>
              </a:ext>
            </a:extLst>
          </p:cNvPr>
          <p:cNvSpPr/>
          <p:nvPr/>
        </p:nvSpPr>
        <p:spPr>
          <a:xfrm>
            <a:off x="1240155" y="4011930"/>
            <a:ext cx="880110" cy="74295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CORS</a:t>
            </a:r>
          </a:p>
        </p:txBody>
      </p:sp>
    </p:spTree>
    <p:extLst>
      <p:ext uri="{BB962C8B-B14F-4D97-AF65-F5344CB8AC3E}">
        <p14:creationId xmlns:p14="http://schemas.microsoft.com/office/powerpoint/2010/main" val="85219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D6D9F7-F8CE-49F4-A5DB-4155DDF17FD9}"/>
              </a:ext>
            </a:extLst>
          </p:cNvPr>
          <p:cNvSpPr/>
          <p:nvPr/>
        </p:nvSpPr>
        <p:spPr>
          <a:xfrm>
            <a:off x="902970" y="1085850"/>
            <a:ext cx="1634490" cy="2571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0831B3-03E3-4D90-9645-A2E9D9D38698}"/>
              </a:ext>
            </a:extLst>
          </p:cNvPr>
          <p:cNvSpPr/>
          <p:nvPr/>
        </p:nvSpPr>
        <p:spPr>
          <a:xfrm>
            <a:off x="7863840" y="1085850"/>
            <a:ext cx="1634490" cy="2651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F27AD434-1A2B-42F2-9239-6D00031CC69D}"/>
              </a:ext>
            </a:extLst>
          </p:cNvPr>
          <p:cNvCxnSpPr/>
          <p:nvPr/>
        </p:nvCxnSpPr>
        <p:spPr>
          <a:xfrm>
            <a:off x="2537460" y="1588770"/>
            <a:ext cx="540639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498A5D6E-214D-4921-898B-6C1E7ED89392}"/>
              </a:ext>
            </a:extLst>
          </p:cNvPr>
          <p:cNvCxnSpPr/>
          <p:nvPr/>
        </p:nvCxnSpPr>
        <p:spPr>
          <a:xfrm flipH="1">
            <a:off x="2537460" y="3120390"/>
            <a:ext cx="532638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257185BE-C8E6-430B-9122-358AA54BA211}"/>
              </a:ext>
            </a:extLst>
          </p:cNvPr>
          <p:cNvSpPr txBox="1"/>
          <p:nvPr/>
        </p:nvSpPr>
        <p:spPr>
          <a:xfrm>
            <a:off x="583104" y="4253567"/>
            <a:ext cx="461754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DELETE /api/</a:t>
            </a:r>
            <a:r>
              <a:rPr lang="fr-FR" dirty="0" err="1"/>
              <a:t>articles?sdfgsdfgsdfgsdfg</a:t>
            </a:r>
            <a:r>
              <a:rPr lang="fr-FR" dirty="0"/>
              <a:t> HTTP/2.0</a:t>
            </a:r>
          </a:p>
          <a:p>
            <a:r>
              <a:rPr lang="fr-FR" dirty="0" err="1"/>
              <a:t>qsdfqsdf</a:t>
            </a:r>
            <a:r>
              <a:rPr lang="fr-FR" dirty="0"/>
              <a:t>: </a:t>
            </a:r>
            <a:r>
              <a:rPr lang="fr-FR" dirty="0" err="1"/>
              <a:t>erterter</a:t>
            </a:r>
            <a:endParaRPr lang="fr-FR" dirty="0"/>
          </a:p>
          <a:p>
            <a:r>
              <a:rPr lang="fr-FR" dirty="0" err="1"/>
              <a:t>zerzerzer</a:t>
            </a:r>
            <a:r>
              <a:rPr lang="fr-FR" dirty="0"/>
              <a:t>: </a:t>
            </a:r>
            <a:r>
              <a:rPr lang="fr-FR" dirty="0" err="1"/>
              <a:t>ertdfgdfg</a:t>
            </a:r>
            <a:endParaRPr lang="fr-FR" dirty="0"/>
          </a:p>
          <a:p>
            <a:r>
              <a:rPr lang="fr-FR" dirty="0"/>
              <a:t>Content-</a:t>
            </a:r>
            <a:r>
              <a:rPr lang="fr-FR" dirty="0" err="1"/>
              <a:t>Length</a:t>
            </a:r>
            <a:r>
              <a:rPr lang="fr-FR" dirty="0"/>
              <a:t>: 123</a:t>
            </a:r>
          </a:p>
          <a:p>
            <a:r>
              <a:rPr lang="fr-FR" dirty="0"/>
              <a:t>Content-Type: </a:t>
            </a:r>
          </a:p>
          <a:p>
            <a:endParaRPr lang="fr-FR" dirty="0"/>
          </a:p>
          <a:p>
            <a:r>
              <a:rPr lang="fr-FR" dirty="0" err="1"/>
              <a:t>sfgsdfgdfgsdf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A756DD4-63CC-48E1-A082-027908EA8629}"/>
              </a:ext>
            </a:extLst>
          </p:cNvPr>
          <p:cNvSpPr txBox="1"/>
          <p:nvPr/>
        </p:nvSpPr>
        <p:spPr>
          <a:xfrm>
            <a:off x="6290484" y="4240530"/>
            <a:ext cx="257660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HTTP/1.1 204 No Content</a:t>
            </a:r>
          </a:p>
          <a:p>
            <a:r>
              <a:rPr lang="fr-FR" dirty="0" err="1"/>
              <a:t>qsdfqsdf</a:t>
            </a:r>
            <a:r>
              <a:rPr lang="fr-FR" dirty="0"/>
              <a:t>: </a:t>
            </a:r>
            <a:r>
              <a:rPr lang="fr-FR" dirty="0" err="1"/>
              <a:t>erterter</a:t>
            </a:r>
            <a:endParaRPr lang="fr-FR" dirty="0"/>
          </a:p>
          <a:p>
            <a:r>
              <a:rPr lang="fr-FR" dirty="0" err="1"/>
              <a:t>zerzerzer</a:t>
            </a:r>
            <a:r>
              <a:rPr lang="fr-FR" dirty="0"/>
              <a:t>: </a:t>
            </a:r>
            <a:r>
              <a:rPr lang="fr-FR" dirty="0" err="1"/>
              <a:t>ertdfgdfg</a:t>
            </a:r>
            <a:endParaRPr lang="fr-FR" dirty="0"/>
          </a:p>
          <a:p>
            <a:r>
              <a:rPr lang="fr-FR" dirty="0"/>
              <a:t>Content-</a:t>
            </a:r>
            <a:r>
              <a:rPr lang="fr-FR" dirty="0" err="1"/>
              <a:t>Length</a:t>
            </a:r>
            <a:r>
              <a:rPr lang="fr-FR" dirty="0"/>
              <a:t>: 123</a:t>
            </a:r>
          </a:p>
          <a:p>
            <a:r>
              <a:rPr lang="fr-FR" dirty="0"/>
              <a:t>Content-Type: </a:t>
            </a:r>
          </a:p>
          <a:p>
            <a:endParaRPr lang="fr-FR" dirty="0"/>
          </a:p>
          <a:p>
            <a:r>
              <a:rPr lang="fr-FR" dirty="0" err="1"/>
              <a:t>sfgsdfgdfgsdf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41737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762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3202</TotalTime>
  <Words>80</Words>
  <Application>Microsoft Office PowerPoint</Application>
  <PresentationFormat>Grand écran</PresentationFormat>
  <Paragraphs>45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Thème Office</vt:lpstr>
      <vt:lpstr>Notes React</vt:lpstr>
      <vt:lpstr>Histoire JS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 React</dc:title>
  <dc:creator>orsys</dc:creator>
  <cp:lastModifiedBy>orsys</cp:lastModifiedBy>
  <cp:revision>8</cp:revision>
  <dcterms:created xsi:type="dcterms:W3CDTF">2026-05-26T08:26:22Z</dcterms:created>
  <dcterms:modified xsi:type="dcterms:W3CDTF">2026-05-28T13:49:19Z</dcterms:modified>
</cp:coreProperties>
</file>